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-576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CCF68-24F1-4094-9E36-EC8B995D48E7}" type="datetimeFigureOut">
              <a:rPr lang="en-US" smtClean="0"/>
              <a:t>17-Jan-26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43FEE-0C69-4EBD-8D5D-B7FB7255E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71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AI-Powered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4B5F6"/>
                </a:solidFill>
              </a:rPr>
              <a:t>Code Reviewer &amp; Quality Analyzer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</a:rPr>
              <a:t>Automated Python Docstring Generation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B5F6"/>
                </a:solidFill>
              </a:rPr>
              <a:t>Aditya Sharma (@FlashyAdi)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76D2"/>
                </a:solidFill>
              </a:rPr>
              <a:t>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Manual code reviews are time-consuming processes that require significant effort, leading to inconsistencies in quality and delaying project timelines.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76D2"/>
                </a:solidFill>
              </a:rPr>
              <a:t>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Poor or missing documentation reduces code readability, maintainability, and overall developer productivity.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76D2"/>
                </a:solidFill>
              </a:rPr>
              <a:t>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Early-stage projects often lack automated quality validation, leading to technical debt.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76D2"/>
                </a:solidFill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Existing tools focus mainly on syntax and linting, not on docstring quality.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solidFill>
            <a:srgbClr val="64B5F6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9319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📌 Core Challenge: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297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Ensuring consistent, high-quality documentation and documentation standards across large codebases at scale.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FFFFF"/>
                </a:solidFill>
              </a:rPr>
              <a:t>Core Goals: Enhancing Standards &amp; Efficiency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47A1"/>
                </a:solidFill>
              </a:rPr>
              <a:t>Automate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8"/>
                </a:solidFill>
              </a:rPr>
              <a:t>Streamline documentation tasks for efficiency and accuracy.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47A1"/>
                </a:solidFill>
              </a:rPr>
              <a:t>Improve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8"/>
                </a:solidFill>
              </a:rPr>
              <a:t>Enhance readability and consistency across codebases effectively.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47A1"/>
                </a:solidFill>
              </a:rPr>
              <a:t>Enforce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8"/>
                </a:solidFill>
              </a:rPr>
              <a:t>Ensure adherence to PEP 257 documentation standards consistently.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840480" cy="13716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91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47A1"/>
                </a:solidFill>
              </a:rPr>
              <a:t>Reduce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8"/>
                </a:solidFill>
              </a:rPr>
              <a:t>Minimize manual review time and enhance productivity.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Architecture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solidFill>
            <a:srgbClr val="1976D2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2801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 Interface 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Streamlit Web Application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0" cy="548640"/>
          </a:xfrm>
          <a:prstGeom prst="line">
            <a:avLst/>
          </a:prstGeom>
          <a:noFill/>
          <a:ln w="38100">
            <a:solidFill>
              <a:srgbClr val="26323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solidFill>
            <a:srgbClr val="64B5F6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2860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Processing Layer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6060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AST Parser • LLM Integration • Formatter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0" cy="548640"/>
          </a:xfrm>
          <a:prstGeom prst="line">
            <a:avLst/>
          </a:prstGeom>
          <a:noFill/>
          <a:ln w="38100">
            <a:solidFill>
              <a:srgbClr val="26323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solidFill>
            <a:srgbClr val="1976D2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2918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Engine Layer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GROQ API (LLaMA 3.1-8B)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931920"/>
            <a:ext cx="0" cy="548640"/>
          </a:xfrm>
          <a:prstGeom prst="line">
            <a:avLst/>
          </a:prstGeom>
          <a:noFill/>
          <a:ln w="38100">
            <a:solidFill>
              <a:srgbClr val="26323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371600" y="4206240"/>
            <a:ext cx="6400800" cy="731520"/>
          </a:xfrm>
          <a:prstGeom prst="rect">
            <a:avLst/>
          </a:prstGeom>
          <a:solidFill>
            <a:srgbClr val="64B5F6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2976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Validation 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6177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PEP-257 Validator • Quality Metrics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Core Modules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47A1"/>
                </a:solidFill>
              </a:rPr>
              <a:t>Code Parsing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Extracts code structure for analysis and validation.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2860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📚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47A1"/>
                </a:solidFill>
              </a:rPr>
              <a:t>Documentation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Generates compliant docstrings from the code analysis.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560320" cy="22860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✅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47A1"/>
                </a:solidFill>
              </a:rPr>
              <a:t>Validation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Enforces compliance with established documentation standards.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Additional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47A1"/>
                </a:solidFill>
              </a:rPr>
              <a:t>Coverage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Measures and ensures documentation completeness and quality.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2860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📈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47A1"/>
                </a:solidFill>
              </a:rPr>
              <a:t>Dashboard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Visualizes metrics and offers insights for developers.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560320" cy="2286000"/>
          </a:xfrm>
          <a:prstGeom prst="rect">
            <a:avLst/>
          </a:prstGeom>
          <a:solidFill>
            <a:srgbClr val="64B5F6"/>
          </a:solidFill>
          <a:ln w="381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💾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47A1"/>
                </a:solidFill>
              </a:rPr>
              <a:t>Export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Outputs data in formats for integration into 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Dashboard Interface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026" name="Picture 2" descr="C:\Users\shika\Downloads\Screenshot 2026-01-17 at 15-19-05 AI Code Reviewer Pr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93" y="817424"/>
            <a:ext cx="4025971" cy="196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shika\Downloads\Screenshot 2026-01-17 at 15-19-38 AI Code Reviewer Pr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554" y="817123"/>
            <a:ext cx="4163436" cy="196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shika\Downloads\Screenshot 2026-01-17 at 15-19-55 AI Code Reviewer Pr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78" y="2839878"/>
            <a:ext cx="4246392" cy="200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FFFFF"/>
                </a:solidFill>
              </a:rPr>
              <a:t>System Interface &amp; Interaction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The platform provides a centralized dashboard to analyze documentation coverage, review AI-generated docstrings, validate standards compliance, and monitor quality metrics. Developers can search and filter code elements, accept or reject AI suggestions, and track validation results through an intuitive navigation workflow.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2050" name="Picture 2" descr="C:\Users\shika\Downloads\Screenshot 2026-01-17 at 17-51-34 AI Code Reviewer Pr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18" y="2176117"/>
            <a:ext cx="7519481" cy="272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Automated Testing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</a:rPr>
              <a:t>Comprehensive automated testing was conducted using pytest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</a:rPr>
              <a:t>Tests cover all major functional components of the system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</a:rPr>
              <a:t>Ensures correctness, stability, and production readiness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28800" y="4206240"/>
            <a:ext cx="5486400" cy="731520"/>
          </a:xfrm>
          <a:prstGeom prst="rect">
            <a:avLst/>
          </a:prstGeom>
          <a:solidFill>
            <a:srgbClr val="64B5F6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206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47A1"/>
                </a:solidFill>
              </a:rPr>
              <a:t>Test Results: </a:t>
            </a:r>
            <a:r>
              <a:rPr lang="en-US" sz="2000" b="1" dirty="0" smtClean="0">
                <a:solidFill>
                  <a:srgbClr val="0D47A1"/>
                </a:solidFill>
              </a:rPr>
              <a:t>25+ </a:t>
            </a:r>
            <a:r>
              <a:rPr lang="en-US" sz="2000" b="1" dirty="0">
                <a:solidFill>
                  <a:srgbClr val="0D47A1"/>
                </a:solidFill>
              </a:rPr>
              <a:t>Tests • </a:t>
            </a:r>
            <a:r>
              <a:rPr lang="en-US" sz="2000" b="1" dirty="0" smtClean="0">
                <a:solidFill>
                  <a:srgbClr val="0D47A1"/>
                </a:solidFill>
              </a:rPr>
              <a:t>85.7</a:t>
            </a:r>
            <a:r>
              <a:rPr lang="en-US" sz="2000" b="1" dirty="0" smtClean="0">
                <a:solidFill>
                  <a:srgbClr val="0D47A1"/>
                </a:solidFill>
              </a:rPr>
              <a:t>% </a:t>
            </a:r>
            <a:r>
              <a:rPr lang="en-US" sz="2000" b="1" dirty="0">
                <a:solidFill>
                  <a:srgbClr val="0D47A1"/>
                </a:solidFill>
              </a:rPr>
              <a:t>Pass Rate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 Execution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3074" name="Picture 2" descr="C:\Users\shika\Downloads\Screenshot 2026-01-17 at 17-57-04 AI Code Reviewer Pr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28" y="793528"/>
            <a:ext cx="8591341" cy="389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Future Enhancements for Our AI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64B5F6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47A1"/>
                </a:solidFill>
              </a:rPr>
              <a:t>Collaboration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Enhance teamwork capabilities for project development.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64B5F6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47A1"/>
                </a:solidFill>
              </a:rPr>
              <a:t>Packaging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Make the tool easily installable for developers.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560320" cy="1371600"/>
          </a:xfrm>
          <a:prstGeom prst="rect">
            <a:avLst/>
          </a:prstGeom>
          <a:solidFill>
            <a:srgbClr val="64B5F6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47A1"/>
                </a:solidFill>
              </a:rPr>
              <a:t>Advanced Analytics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Monitor trends and metrics for continuous improvement.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560320" cy="1371600"/>
          </a:xfrm>
          <a:prstGeom prst="rect">
            <a:avLst/>
          </a:prstGeom>
          <a:solidFill>
            <a:srgbClr val="64B5F6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47A1"/>
                </a:solidFill>
              </a:rPr>
              <a:t>Code Improvements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Suggestions to enhance code quality and efficiency.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2926080"/>
            <a:ext cx="2560320" cy="1371600"/>
          </a:xfrm>
          <a:prstGeom prst="rect">
            <a:avLst/>
          </a:prstGeom>
          <a:solidFill>
            <a:srgbClr val="64B5F6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47A1"/>
                </a:solidFill>
              </a:rPr>
              <a:t>Auto-Fixing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3474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Automatically resolve documentation problems to save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2560320" cy="1371600"/>
          </a:xfrm>
          <a:prstGeom prst="rect">
            <a:avLst/>
          </a:prstGeom>
          <a:solidFill>
            <a:srgbClr val="64B5F6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47A1"/>
                </a:solidFill>
              </a:rPr>
              <a:t>Git Integration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3474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Seamlessly integrate with Git for continuous improvement.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B5F6"/>
                </a:solidFill>
              </a:rPr>
              <a:t>- Aditya Sharma (@FlashyAdi)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GitHub: github.com/FlashyAdi/ai-code-reviewer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432</Words>
  <Application>Microsoft Office PowerPoint</Application>
  <PresentationFormat>On-screen Show (16:9)</PresentationFormat>
  <Paragraphs>93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Code Reviewer - Documentation</dc:title>
  <dc:subject>PptxGenJS Presentation</dc:subject>
  <dc:creator>Aditya Sharma (FlashyAdi)</dc:creator>
  <cp:lastModifiedBy>shika</cp:lastModifiedBy>
  <cp:revision>4</cp:revision>
  <dcterms:created xsi:type="dcterms:W3CDTF">2026-01-16T14:58:53Z</dcterms:created>
  <dcterms:modified xsi:type="dcterms:W3CDTF">2026-01-17T12:42:06Z</dcterms:modified>
</cp:coreProperties>
</file>